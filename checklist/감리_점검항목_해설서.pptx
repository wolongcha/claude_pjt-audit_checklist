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8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44679"/>
            <a:ext cx="10607040" cy="12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dirty="0" err="1">
                <a:solidFill>
                  <a:srgbClr val="FFFFFF"/>
                </a:solidFill>
                <a:latin typeface="맑은 고딕"/>
              </a:rPr>
              <a:t>클라우드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전환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운영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및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유지관리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생성형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AI</a:t>
            </a:r>
          </a:p>
          <a:p>
            <a:pPr algn="l">
              <a:lnSpc>
                <a:spcPct val="115000"/>
              </a:lnSpc>
            </a:pPr>
            <a:r>
              <a:rPr sz="3800" b="1" dirty="0" err="1">
                <a:solidFill>
                  <a:srgbClr val="FFFFFF"/>
                </a:solidFill>
                <a:latin typeface="맑은 고딕"/>
              </a:rPr>
              <a:t>감리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점검항목</a:t>
            </a:r>
            <a:r>
              <a:rPr sz="380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sz="3800" b="1" dirty="0" err="1">
                <a:solidFill>
                  <a:srgbClr val="FFFFFF"/>
                </a:solidFill>
                <a:latin typeface="맑은 고딕"/>
              </a:rPr>
              <a:t>해설서</a:t>
            </a:r>
            <a:endParaRPr sz="38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8E0EC"/>
                </a:solidFill>
                <a:latin typeface="맑은 고딕"/>
              </a:rPr>
              <a:t>모든 점검항목에 법령·지침·표준 등 출처와 근거를 부여하여 감리의 객관성과 신뢰성을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DC7"/>
                </a:solidFill>
                <a:latin typeface="맑은 고딕"/>
              </a:rPr>
              <a:t>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맑은 고딕"/>
              </a:rPr>
              <a:t>1. </a:t>
            </a:r>
            <a:r>
              <a:rPr lang="ko-KR" altLang="en-US" sz="2600" b="1" dirty="0" err="1">
                <a:solidFill>
                  <a:srgbClr val="FFFFFF"/>
                </a:solidFill>
                <a:latin typeface="맑은 고딕"/>
              </a:rPr>
              <a:t>클라우드전환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&gt; 1.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 요구정의단계 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&gt; 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가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. 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사업관리 및 품질보증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700" b="1" dirty="0">
                <a:solidFill>
                  <a:srgbClr val="1F3864"/>
                </a:solidFill>
                <a:latin typeface="맑은 고딕"/>
              </a:rPr>
              <a:t>점검항목</a:t>
            </a:r>
            <a:r>
              <a:rPr lang="en-US" altLang="ko-KR" sz="1700" b="1" dirty="0">
                <a:solidFill>
                  <a:srgbClr val="1F3864"/>
                </a:solidFill>
                <a:latin typeface="맑은 고딕"/>
              </a:rPr>
              <a:t>: </a:t>
            </a:r>
            <a:r>
              <a:rPr lang="en-US" altLang="ko-KR" dirty="0"/>
              <a:t>1.</a:t>
            </a:r>
            <a:r>
              <a:rPr lang="ko-KR" altLang="ko-KR" dirty="0"/>
              <a:t>사업범위 및 과업관리</a:t>
            </a:r>
            <a:endParaRPr sz="17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1206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설명 도식화</a:t>
            </a: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( info graphic)</a:t>
            </a:r>
          </a:p>
          <a:p>
            <a:pPr algn="l">
              <a:lnSpc>
                <a:spcPct val="100000"/>
              </a:lnSpc>
            </a:pP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 -&gt; </a:t>
            </a: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출처 문헌을 중심으로 근거 및 상세 내용</a:t>
            </a: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도식화</a:t>
            </a:r>
            <a:endParaRPr sz="17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B607E1-9B0E-0C61-0E30-58928813D20F}"/>
              </a:ext>
            </a:extLst>
          </p:cNvPr>
          <p:cNvSpPr txBox="1"/>
          <p:nvPr/>
        </p:nvSpPr>
        <p:spPr>
          <a:xfrm>
            <a:off x="777240" y="1936819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7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en-US" altLang="ko-KR" dirty="0"/>
              <a:t>1.</a:t>
            </a:r>
            <a:r>
              <a:rPr lang="ko-KR" altLang="ko-KR" dirty="0"/>
              <a:t>사업범위 및 과업관리</a:t>
            </a:r>
            <a:endParaRPr sz="1700" b="1" dirty="0">
              <a:solidFill>
                <a:srgbClr val="1F3864"/>
              </a:solidFill>
              <a:latin typeface="맑은 고딕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C595C1B-1E81-4736-6B3D-DA07AF948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83413"/>
              </p:ext>
            </p:extLst>
          </p:nvPr>
        </p:nvGraphicFramePr>
        <p:xfrm>
          <a:off x="777240" y="2250579"/>
          <a:ext cx="4856644" cy="2151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56644">
                  <a:extLst>
                    <a:ext uri="{9D8B030D-6E8A-4147-A177-3AD203B41FA5}">
                      <a16:colId xmlns:a16="http://schemas.microsoft.com/office/drawing/2014/main" val="2272251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8034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검토항목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 : [1-1-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가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-1-01]</a:t>
                      </a:r>
                    </a:p>
                    <a:p>
                      <a:pPr marL="18034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사업계획서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제안요청서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제안서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계약서 간 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과업 범위가 일관되게 정의되어 있는가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? </a:t>
                      </a:r>
                      <a:endParaRPr lang="ko-KR" sz="14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78110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상세검토항목</a:t>
                      </a:r>
                      <a:endParaRPr lang="en-US" alt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marL="0" indent="0" algn="l" latinLnBrk="0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클라우드 전환 대상 시스템</a:t>
                      </a: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·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업무</a:t>
                      </a: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·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서비스 범위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전환 제외 대상 및 제외 사유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요구정의 단계 수행 과업과 산출물 정의 여부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굴림" panose="020B0600000101010101" pitchFamily="50" charset="-127"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1395494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131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바탕체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</cp:lastModifiedBy>
  <cp:revision>4</cp:revision>
  <dcterms:created xsi:type="dcterms:W3CDTF">2013-01-27T09:14:16Z</dcterms:created>
  <dcterms:modified xsi:type="dcterms:W3CDTF">2026-08-13T14:43:43Z</dcterms:modified>
  <cp:category/>
</cp:coreProperties>
</file>